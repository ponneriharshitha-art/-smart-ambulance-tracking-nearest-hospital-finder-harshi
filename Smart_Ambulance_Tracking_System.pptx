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Ambulance Real-Time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Ambulance Location Tracking</a:t>
            </a:r>
          </a:p>
          <a:p>
            <a:r>
              <a:t>Nearest Hospital Detection</a:t>
            </a:r>
          </a:p>
          <a:p>
            <a:r>
              <a:t>Doctor Availability &amp; Emergency Contact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medical response requires fast decisions.</a:t>
            </a:r>
          </a:p>
          <a:p>
            <a:r>
              <a:t>Delays in choosing hospitals can cost lives.</a:t>
            </a:r>
          </a:p>
          <a:p>
            <a:r>
              <a:t>Technology can automate this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hospital selection causes delays.</a:t>
            </a:r>
          </a:p>
          <a:p>
            <a:r>
              <a:t>Doctor availability is unknown.</a:t>
            </a:r>
          </a:p>
          <a:p>
            <a:r>
              <a:t>No real-time ambulance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ambulance location in real time.</a:t>
            </a:r>
          </a:p>
          <a:p>
            <a:r>
              <a:t>Automatically find nearest hospital.</a:t>
            </a:r>
          </a:p>
          <a:p>
            <a:r>
              <a:t>Check specialist availability.</a:t>
            </a:r>
          </a:p>
          <a:p>
            <a:r>
              <a:t>Provide hospital contact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Ambulance GPS → Python Server</a:t>
            </a:r>
          </a:p>
          <a:p>
            <a:r>
              <a:t>Distance Calculation</a:t>
            </a:r>
          </a:p>
          <a:p>
            <a:r>
              <a:t>Hospital Recommendation</a:t>
            </a:r>
          </a:p>
          <a:p>
            <a:r>
              <a:t>Doctor Availability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Ambulance Tracking Module</a:t>
            </a:r>
          </a:p>
          <a:p>
            <a:r>
              <a:t>Hospital Database Module</a:t>
            </a:r>
          </a:p>
          <a:p>
            <a:r>
              <a:t>Doctor Availability Module</a:t>
            </a:r>
          </a:p>
          <a:p>
            <a:r>
              <a:t>Emergency Contact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Flask</a:t>
            </a:r>
          </a:p>
          <a:p>
            <a:r>
              <a:t>Geopy</a:t>
            </a:r>
          </a:p>
          <a:p>
            <a:r>
              <a:t>Loveable.ai UI</a:t>
            </a:r>
          </a:p>
          <a:p>
            <a:r>
              <a:t>REST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Ambulance sends GPS data</a:t>
            </a:r>
          </a:p>
          <a:p>
            <a:r>
              <a:t>Patient picked up</a:t>
            </a:r>
          </a:p>
          <a:p>
            <a:r>
              <a:t>Nearest hospital identified</a:t>
            </a:r>
          </a:p>
          <a:p>
            <a:r>
              <a:t>Doctor availability checked</a:t>
            </a:r>
          </a:p>
          <a:p>
            <a:r>
              <a:t>Call hospital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emergency response</a:t>
            </a:r>
          </a:p>
          <a:p>
            <a:r>
              <a:t>Accurate hospital selection</a:t>
            </a:r>
          </a:p>
          <a:p>
            <a:r>
              <a:t>Life-saving system</a:t>
            </a:r>
          </a:p>
          <a:p>
            <a:r>
              <a:t>Easy to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Medical Services</a:t>
            </a:r>
          </a:p>
          <a:p>
            <a:r>
              <a:t>Smart Cities</a:t>
            </a:r>
          </a:p>
          <a:p>
            <a:r>
              <a:t>Disaster Management</a:t>
            </a:r>
          </a:p>
          <a:p>
            <a:r>
              <a:t>Healthcare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Maps Integration</a:t>
            </a:r>
          </a:p>
          <a:p>
            <a:r>
              <a:t>Traffic-based routing</a:t>
            </a:r>
          </a:p>
          <a:p>
            <a:r>
              <a:t>Real-time hospital capacity</a:t>
            </a:r>
          </a:p>
          <a:p>
            <a:r>
              <a:t>Mobile 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improves emergency healthcare.</a:t>
            </a:r>
          </a:p>
          <a:p>
            <a:r>
              <a:t>Reduces response time.</a:t>
            </a:r>
          </a:p>
          <a:p>
            <a:r>
              <a:t>Ensures better patient survival.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